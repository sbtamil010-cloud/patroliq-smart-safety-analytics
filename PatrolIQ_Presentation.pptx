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PatrolIQ presentation. 12-minute project overview focusing on crime data analysis and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problem: difficulty converting large crime data into actionable information. PatrolIQ aims to analyze patterns and support decision 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Chicago Crime Dataset with 7.8M total records. Using 500K recent records for analysis. 22 variables including crime type, location, date, and arrest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step: data preprocessing (quality checks, missing values). Then EDA to understand crime distribution, geographic patterns, and temporal trends before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temporal features (hour, day, month, season), geographic features (coordinates, district), and encode crime severity. Prepares data for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clustering algorithms: K-Means for partition-based geographic zones, DBSCAN for density-based hotspots, Hierarchical for relationships and dendrograms.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algorithms using Silhouette Score, Davies-Bouldin Index, and Elbow Method. Select best-performing approach for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for linear dimensionality reduction. t-SNE/UMAP for 2D non-linear visualizations. Helps identify distinct crime pattern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tracks experiments: parameters, metrics, and model versions. Enables comparison and selection of best-performing clustering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creates interactive dashboard converting ML results into user-friendly interface. Shows hotspots, patterns, clustering, and dimensionality reduction visualizations.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Deployed on Streamlit Cloud with GitHub integration. Complete workflow: data → preprocessing → clustering → visualization →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PatrolIQ enables data-driven decision making for public safety through machine learning, analysis, and interactive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PatrolIQ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Safety Analytics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Data-Driven Crime Pattern Analysis &amp; Visualization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Challenge: Analyzing large-scale crime data is complex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Questions police departments ask: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Where are crime hotspots located?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Which areas need more resources?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During which time periods do crimes occur more frequently?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Goal: Convert raw data into actionable insights for data-driven decision making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Dataset: Chicago Crime Portal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Dataset Size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Full: 7.8M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Analysis: 500K recent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Key Columns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Primary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Location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Date,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Latitude, Longitude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District, 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Arrest, Domestic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Data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22 input variables covering: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Crime ID &amp; 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Temporal Information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Geographic Information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Administrative Boundaries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Crime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Arrest &amp; Domestic Flags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C8D"/>
                </a:solidFill>
              </a:rPr>
              <a:t>Data Preprocessing &amp; Exploratory Data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8D"/>
                </a:solidFill>
              </a:rPr>
              <a:t>Data Preprocessing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Data quality checks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Handle missing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Fix inconsistencies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Prepare for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Crime type distribution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Geographic patterns (lat/lng)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Hourly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Daily &amp; monthly trends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Seasonal patterns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Feature Engineering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Temporal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Hour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Day of week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Season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Weekend flag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Geographic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691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Latitude &amp; Longitude coordinates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District grouping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Ward mapping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Density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Categorical &amp; Severity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691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Encode categorical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Crime severity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Crime type embedding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Location descriptions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FF8D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Result: Enhanced dataset suitable for clustering and pattern discovery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Clustering: The Core ML Component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7E22"/>
                </a:solidFill>
              </a:rPr>
              <a:t>Objective: Discover natural crime patterns without predefined labels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K-Means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Partition-based clustering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Geographic zones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Distinct crime concentration areas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Elbow method for k selection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DBSCAN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Density-based clustering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Dense crime hotspots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Identifies outliers/noise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Variable cluster shapes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Hierarchical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Tree-based clustering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Relationships between zones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Dendrogram visualization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Multi-level hierarchy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Algorithm Comparison &amp; Evaluation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8D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Why Unsupervised Learning?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No predefined target labels. Objective is to discover unknown patterns and natural groupings in crime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Evaluation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8D"/>
                </a:solidFill>
              </a:rPr>
              <a:t>Silhouette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Measures cluster cohesion and separation. Range: -1 to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1460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Davies-Bouldin Index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Average similarity between each cluster and its most similar cluster. Lower is better.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Elbow Method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Find optimal k for K-Means by identifying elbow point in inertia curve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C8D"/>
                </a:solidFill>
              </a:rPr>
              <a:t>Dimensionality Reduction: PCA &amp; t-SNE/UMAP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Principal Component Analysis (PCA)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Reduce dimensions while retaining variance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Linear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Preserves global structure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Computationally efficient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t-SNE / UMAP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Non-linear dimensionality reduction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Create 2D visualizations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Preserve local structure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Reveal hidden patterns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F5C8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Visualize whether similar crime records form distinct groups or patterns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Experiment Tracking: MLflow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C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MLflow Records &amp; Compares Experiments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8D"/>
                </a:solidFill>
              </a:rPr>
              <a:t>When testing clustering algorithms &amp; parameters: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 Algorithm selection (K-Means, DBSCAN, Hierarchical)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 Parameter values (k value, epsilon, distance metric)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 Evaluation metrics (Silhouette, Davies-Bouldin)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 Model versions &amp; performance history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✓  Easy comparison between experiments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5C8D"/>
                </a:solidFill>
              </a:rPr>
              <a:t>Interactive Dashboard: Streamlit Application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User-Friendly Interface for Data Exploration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8D"/>
                </a:solidFill>
              </a:rPr>
              <a:t>Available Visualizations: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📍  Geographic crime hotspots on interactive maps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📊  Temporal patterns (hourly, daily, monthly trends)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🎯  Clustering results with color-coded zones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👁️  PCA projections for feature relationships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✨  t-SNE/UMAP 2D visualizations of crime groups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D"/>
                </a:solidFill>
              </a:rPr>
              <a:t>Deployment &amp; Cloud Platform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Streamlit Cloud Deployment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Deploy application directly from GitHub repository. Automatic scaling and cloud hosting for accessible crime analytics dashboard.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Complete Project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8DC"/>
          </a:solidFill>
          <a:ln w="12700">
            <a:solidFill>
              <a:srgbClr val="1F5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Data Collection → Preprocessing → EDA → Feature Engineering → Clustering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PCA &amp; t-SNE/UMAP → MLflow Tracking → Streamlit Dashboard → Cloud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C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7E22"/>
                </a:solidFill>
              </a:rPr>
              <a:t>PatrolIQ converts raw crime data into actionable intelligence through: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7132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Unsupervised machine learning (clustering) to discover patterns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Multiple algorithms for comprehensive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Careful evaluation and comparison of approaches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Interactive visualizations for stakeholder understanding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Cloud deployment for accessible analytics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5C8D"/>
                </a:solidFill>
              </a:rPr>
              <a:t>✓  Data-driven decision making for public safety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2026-08-17T04:42:14Z</dcterms:created>
  <dcterms:modified xsi:type="dcterms:W3CDTF">2026-08-17T04:42:14Z</dcterms:modified>
</cp:coreProperties>
</file>